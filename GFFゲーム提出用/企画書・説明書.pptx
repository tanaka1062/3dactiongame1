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61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野田 航輝" initials="野田" lastIdx="1" clrIdx="0">
    <p:extLst>
      <p:ext uri="{19B8F6BF-5375-455C-9EA6-DF929625EA0E}">
        <p15:presenceInfo xmlns:p15="http://schemas.microsoft.com/office/powerpoint/2012/main" userId="S::2409417@s.asojuku.ac.jp::f4d90d63-9ccc-4263-9e97-0da306ec8c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8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9D4FE6-2A56-400C-9039-0AE969583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43AC9F6-E9E1-49FD-970A-E7B07920A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58DEA5-5A30-4217-A97C-47F4CC54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8F8C7E-8DC2-47C5-9BC9-E79F825A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2DE097-0431-47E7-BB3D-F9DB85AA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1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49006-2C0F-4EBF-99B0-62B3CE59A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68B58-98CF-4FB2-93C8-1E53368C4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FBC879-4D01-4AF9-B385-E689DB9B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5F6980-7E3A-4CCE-A268-6B314CF4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3DCE13-DF30-47EC-8C5C-13F02A69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01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AF559-BC38-4458-B10D-F4FF557E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45B677-AEA9-4857-9197-CD8C49997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BDB76B-556F-44C0-8BB0-F0299620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B1A663-4487-403D-BF34-3645C45C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7B19D2-AE55-4459-98EF-D07BA066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858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DEE56-ADCE-460E-8C9E-4E1C290F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C3862B-077F-4D96-B7D8-538E1A55B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260561-BFE4-45B5-BDEB-275A1B133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938FC1-4A65-47D4-B78E-97E1B327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BD60CC-EE2F-4B56-A699-B335A6FF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561B15-C4BE-4E8A-82E5-D836EFA6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51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9EB77-DA39-4408-A140-341752D4B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587028-9B3C-42D7-97B6-8C698226B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1790D7-851E-4D9B-9DAD-D9F6F21B9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BBF407-AEB6-46D9-B88D-83BA14740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EB43C8-D4E8-4C0F-BB5A-6F8C526B7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0678645-D5F8-4609-AADC-CA760220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353D4A-AFF6-4517-AA50-CF0227FB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C67E62-1511-4C06-9858-6ED6435F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04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0B1D9-BE7A-4816-93BB-C97C0867B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AD31BF-8588-4119-8E81-2441AA4E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ADD055-0CD8-4AAA-98AD-1B27685F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2F53E4-D4EF-4CBC-BEA6-F9E63401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79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C98D7E2-812C-4AE5-8BC5-DC8D1F7A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987509-76C8-4EE1-8146-5F2B927E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95F2D-4BB9-4324-898B-7C0254D7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9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9DD02-9F51-476F-B51D-7D06F76A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3B51B0-687A-4915-86CB-78E5AAA44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82A22E-1E8C-4EBC-A30D-3A4C7C0F7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14DE2F-5746-479C-BD5D-51B72BA1F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1133E7-79E8-4FB2-BB6B-DF9787F7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A38D9B-D19A-4997-A7CE-6950FA31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903AF6-864C-49C7-9C75-549D2988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F8D9355-228E-47BD-A5CD-AC0EB7DE7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87C77E-2E58-406D-BD31-01E58D211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656749-996F-4089-A419-FBC6A506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50E3FA-54BA-482E-9848-E68818D7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A756F-EA75-4360-9D9D-17B55813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46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0028CF-55F7-45CB-AF60-0DE3A66AF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8060B9-8E4D-43BF-89EE-AEA911B6C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4AEE68-E15A-45E7-B16A-F38806E7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41689-F2A9-472D-9321-8C735D8FE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96D259-97CE-42B6-88FE-909ABD35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9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BA3EAE-E67D-4DE9-B6B1-5577B2D7E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620FBD-52CA-4DB6-B0AA-1DBA171BA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133DE2-74E0-4151-B4E5-7DDE4170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02EA67-572C-417E-9A17-C6893860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93E2F7-5691-4090-B3BA-CECF4F04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20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CF180A-3FD9-48B0-AFC0-0175784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D6B9E0-FAF0-4D62-B41F-232B83541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E59A1E-198F-48EB-BDE6-EF95FF616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1212E-A3E8-4986-81A3-717C3FFFA44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19020F-CED3-4492-86E5-6C96D1B28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CF21C8-A119-4288-8F72-94ED65FB0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6E327-804A-4AD0-8284-CAB100E157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12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EAC22D95-57FB-EAC8-C0E1-D2D6807E1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685" y="1252883"/>
            <a:ext cx="6858000" cy="238125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26EB2A-1741-09B7-4B8D-4FE70A7ECEAA}"/>
              </a:ext>
            </a:extLst>
          </p:cNvPr>
          <p:cNvSpPr txBox="1"/>
          <p:nvPr/>
        </p:nvSpPr>
        <p:spPr>
          <a:xfrm>
            <a:off x="1633928" y="4601980"/>
            <a:ext cx="7629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ジャンル：対戦アクションゲーム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プレイ人数：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～４人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コンセプト：常に誰が勝利するかわからなくなるようなパーティーゲーム</a:t>
            </a:r>
          </a:p>
        </p:txBody>
      </p:sp>
    </p:spTree>
    <p:extLst>
      <p:ext uri="{BB962C8B-B14F-4D97-AF65-F5344CB8AC3E}">
        <p14:creationId xmlns:p14="http://schemas.microsoft.com/office/powerpoint/2010/main" val="395089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340A234-0B2E-4E6A-8C5E-C0154F9E8BC9}"/>
              </a:ext>
            </a:extLst>
          </p:cNvPr>
          <p:cNvSpPr/>
          <p:nvPr/>
        </p:nvSpPr>
        <p:spPr>
          <a:xfrm>
            <a:off x="6363472" y="2267420"/>
            <a:ext cx="5347707" cy="42061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1EAF349-B193-4BB1-8C81-F6F13D759B19}"/>
              </a:ext>
            </a:extLst>
          </p:cNvPr>
          <p:cNvSpPr/>
          <p:nvPr/>
        </p:nvSpPr>
        <p:spPr>
          <a:xfrm>
            <a:off x="391886" y="2122267"/>
            <a:ext cx="5347707" cy="42061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1C1F2A-5376-9491-F38A-F2386657715B}"/>
              </a:ext>
            </a:extLst>
          </p:cNvPr>
          <p:cNvSpPr txBox="1"/>
          <p:nvPr/>
        </p:nvSpPr>
        <p:spPr>
          <a:xfrm>
            <a:off x="165100" y="57150"/>
            <a:ext cx="3092450" cy="663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ゲーム概要</a:t>
            </a:r>
            <a:endParaRPr kumimoji="1" lang="ja-JP" altLang="en-US" sz="36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1AEA2A-706A-BB79-6EE6-DE66A05D4019}"/>
              </a:ext>
            </a:extLst>
          </p:cNvPr>
          <p:cNvSpPr txBox="1"/>
          <p:nvPr/>
        </p:nvSpPr>
        <p:spPr>
          <a:xfrm>
            <a:off x="1279001" y="798828"/>
            <a:ext cx="9633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お金を</a:t>
            </a:r>
            <a:r>
              <a:rPr lang="ja-JP" altLang="en-US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奪い合う</a:t>
            </a:r>
            <a:r>
              <a:rPr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対戦アクションゲーム</a:t>
            </a:r>
            <a:endParaRPr kumimoji="1" lang="en-US" altLang="ja-JP" sz="40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854E9A4-9EED-4095-96AE-4B2584498913}"/>
              </a:ext>
            </a:extLst>
          </p:cNvPr>
          <p:cNvSpPr txBox="1"/>
          <p:nvPr/>
        </p:nvSpPr>
        <p:spPr>
          <a:xfrm>
            <a:off x="-18473" y="2278502"/>
            <a:ext cx="6365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ゲーム終了時にお金を一番持っている人が</a:t>
            </a:r>
            <a:r>
              <a:rPr kumimoji="1"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勝利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6833B7F-5741-4607-94ED-FF39B6F48098}"/>
              </a:ext>
            </a:extLst>
          </p:cNvPr>
          <p:cNvSpPr txBox="1"/>
          <p:nvPr/>
        </p:nvSpPr>
        <p:spPr>
          <a:xfrm>
            <a:off x="6479238" y="2279698"/>
            <a:ext cx="5347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お金は拾うか相手を攻撃して手に入れろ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6" name="図 5" descr="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D39CD4D-2B65-BED3-3705-5F41C1616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65" y="3371010"/>
            <a:ext cx="2386002" cy="2386002"/>
          </a:xfrm>
          <a:prstGeom prst="rect">
            <a:avLst/>
          </a:prstGeom>
        </p:spPr>
      </p:pic>
      <p:pic>
        <p:nvPicPr>
          <p:cNvPr id="13" name="図 12" descr="写真, 座る, 建物, 古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9A4DAD9-4C2C-9A8A-9E7D-282ECB13D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561" y="3122207"/>
            <a:ext cx="952500" cy="952500"/>
          </a:xfrm>
          <a:prstGeom prst="rect">
            <a:avLst/>
          </a:prstGeom>
        </p:spPr>
      </p:pic>
      <p:pic>
        <p:nvPicPr>
          <p:cNvPr id="14" name="図 13" descr="写真, 座る, 建物, 古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6CB062D-F43A-BBB0-057D-99F5B441B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409" y="4656883"/>
            <a:ext cx="1100129" cy="1100129"/>
          </a:xfrm>
          <a:prstGeom prst="rect">
            <a:avLst/>
          </a:prstGeom>
        </p:spPr>
      </p:pic>
      <p:sp>
        <p:nvSpPr>
          <p:cNvPr id="15" name="円弧 14">
            <a:extLst>
              <a:ext uri="{FF2B5EF4-FFF2-40B4-BE49-F238E27FC236}">
                <a16:creationId xmlns:a16="http://schemas.microsoft.com/office/drawing/2014/main" id="{D8A2F43F-0BB5-097E-F55C-0901EA644F62}"/>
              </a:ext>
            </a:extLst>
          </p:cNvPr>
          <p:cNvSpPr/>
          <p:nvPr/>
        </p:nvSpPr>
        <p:spPr>
          <a:xfrm>
            <a:off x="9314683" y="3568643"/>
            <a:ext cx="1062352" cy="46166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弧 17">
            <a:extLst>
              <a:ext uri="{FF2B5EF4-FFF2-40B4-BE49-F238E27FC236}">
                <a16:creationId xmlns:a16="http://schemas.microsoft.com/office/drawing/2014/main" id="{2731E415-03DD-24D1-83CA-6F2809DAB6B3}"/>
              </a:ext>
            </a:extLst>
          </p:cNvPr>
          <p:cNvSpPr/>
          <p:nvPr/>
        </p:nvSpPr>
        <p:spPr>
          <a:xfrm>
            <a:off x="9247432" y="3754339"/>
            <a:ext cx="1062352" cy="46166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57AB1037-ECB5-9F07-93A2-6A501740CE00}"/>
              </a:ext>
            </a:extLst>
          </p:cNvPr>
          <p:cNvSpPr/>
          <p:nvPr/>
        </p:nvSpPr>
        <p:spPr>
          <a:xfrm>
            <a:off x="9204831" y="3908832"/>
            <a:ext cx="1062352" cy="461665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7497669-0500-C547-83F1-C88881F8D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45859" y="3402029"/>
            <a:ext cx="1533333" cy="2657143"/>
          </a:xfrm>
          <a:prstGeom prst="rect">
            <a:avLst/>
          </a:prstGeom>
        </p:spPr>
      </p:pic>
      <p:pic>
        <p:nvPicPr>
          <p:cNvPr id="9" name="図 8" descr="ゲームのキャラクター&#10;&#10;AI 生成コンテンツは誤りを含む可能性があります。">
            <a:extLst>
              <a:ext uri="{FF2B5EF4-FFF2-40B4-BE49-F238E27FC236}">
                <a16:creationId xmlns:a16="http://schemas.microsoft.com/office/drawing/2014/main" id="{F96B3A79-181E-7417-5118-DD979479F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01505" y="3896690"/>
            <a:ext cx="2015983" cy="2481797"/>
          </a:xfrm>
          <a:prstGeom prst="rect">
            <a:avLst/>
          </a:prstGeom>
        </p:spPr>
      </p:pic>
      <p:pic>
        <p:nvPicPr>
          <p:cNvPr id="19" name="図 18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F2351D54-9BA3-444D-C3B1-3AC72D998B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108" y="3064492"/>
            <a:ext cx="1833183" cy="278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2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692D8E4-8E5E-8423-B739-AF17BE2DDF7E}"/>
              </a:ext>
            </a:extLst>
          </p:cNvPr>
          <p:cNvSpPr/>
          <p:nvPr/>
        </p:nvSpPr>
        <p:spPr>
          <a:xfrm>
            <a:off x="8318991" y="2009296"/>
            <a:ext cx="3211990" cy="28394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4E1E76E-DB32-EFF0-C75C-9596EB529607}"/>
              </a:ext>
            </a:extLst>
          </p:cNvPr>
          <p:cNvSpPr/>
          <p:nvPr/>
        </p:nvSpPr>
        <p:spPr>
          <a:xfrm>
            <a:off x="4490005" y="2009296"/>
            <a:ext cx="3211990" cy="28394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DD11D1A-F667-4E50-A9E9-8EEC72657FD5}"/>
              </a:ext>
            </a:extLst>
          </p:cNvPr>
          <p:cNvSpPr/>
          <p:nvPr/>
        </p:nvSpPr>
        <p:spPr>
          <a:xfrm>
            <a:off x="628109" y="1991027"/>
            <a:ext cx="3211990" cy="28394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1C1F2A-5376-9491-F38A-F2386657715B}"/>
              </a:ext>
            </a:extLst>
          </p:cNvPr>
          <p:cNvSpPr txBox="1"/>
          <p:nvPr/>
        </p:nvSpPr>
        <p:spPr>
          <a:xfrm>
            <a:off x="165099" y="57150"/>
            <a:ext cx="3612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お金を落とす状況</a:t>
            </a:r>
            <a:endParaRPr kumimoji="1" lang="ja-JP" altLang="en-US" sz="36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FE82FD8-5855-834D-CCF2-FC3C19F8A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867" y="2457616"/>
            <a:ext cx="1928183" cy="192818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7526A7B-0F04-6780-EEE7-29F58E125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002" y="2332517"/>
            <a:ext cx="1586160" cy="2053282"/>
          </a:xfrm>
          <a:prstGeom prst="rect">
            <a:avLst/>
          </a:prstGeom>
        </p:spPr>
      </p:pic>
      <p:pic>
        <p:nvPicPr>
          <p:cNvPr id="15" name="図 14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F2BF9E6-B655-3013-8814-40FCB6999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210" y="2684671"/>
            <a:ext cx="1514004" cy="170112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09EBE99-286F-2381-D234-1CF93BE967C2}"/>
              </a:ext>
            </a:extLst>
          </p:cNvPr>
          <p:cNvSpPr txBox="1"/>
          <p:nvPr/>
        </p:nvSpPr>
        <p:spPr>
          <a:xfrm>
            <a:off x="1230938" y="1684357"/>
            <a:ext cx="192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吹き飛ぶとき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2FA7C27-0ED6-DC18-648E-C6F2690077AA}"/>
              </a:ext>
            </a:extLst>
          </p:cNvPr>
          <p:cNvSpPr txBox="1"/>
          <p:nvPr/>
        </p:nvSpPr>
        <p:spPr>
          <a:xfrm>
            <a:off x="5505415" y="1660203"/>
            <a:ext cx="118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落下時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18966F7-564D-E469-2278-934D61BEC931}"/>
              </a:ext>
            </a:extLst>
          </p:cNvPr>
          <p:cNvSpPr txBox="1"/>
          <p:nvPr/>
        </p:nvSpPr>
        <p:spPr>
          <a:xfrm>
            <a:off x="8968684" y="1655900"/>
            <a:ext cx="18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復活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するとき</a:t>
            </a:r>
            <a:endParaRPr kumimoji="1" lang="ja-JP" altLang="en-US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90375FE-F6C6-2403-1513-8F0FA214FA60}"/>
              </a:ext>
            </a:extLst>
          </p:cNvPr>
          <p:cNvSpPr txBox="1"/>
          <p:nvPr/>
        </p:nvSpPr>
        <p:spPr>
          <a:xfrm>
            <a:off x="588962" y="4600485"/>
            <a:ext cx="336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攻撃が連続であたると吹き飛ぶ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6FD56D9-D6E1-854A-C5E6-18B5D2DAA86A}"/>
              </a:ext>
            </a:extLst>
          </p:cNvPr>
          <p:cNvSpPr txBox="1"/>
          <p:nvPr/>
        </p:nvSpPr>
        <p:spPr>
          <a:xfrm>
            <a:off x="4567469" y="4645769"/>
            <a:ext cx="336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落下でダメージとお金を落とす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EA88B85-EF4A-3423-4244-7F9CA0824EDB}"/>
              </a:ext>
            </a:extLst>
          </p:cNvPr>
          <p:cNvSpPr txBox="1"/>
          <p:nvPr/>
        </p:nvSpPr>
        <p:spPr>
          <a:xfrm>
            <a:off x="8617875" y="4555769"/>
            <a:ext cx="270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体力が無くなると自動で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復活するがお金を落とす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6FCBC91-71EB-C488-D6B2-4B38FA5EF585}"/>
              </a:ext>
            </a:extLst>
          </p:cNvPr>
          <p:cNvSpPr txBox="1"/>
          <p:nvPr/>
        </p:nvSpPr>
        <p:spPr>
          <a:xfrm>
            <a:off x="1056976" y="5462070"/>
            <a:ext cx="9633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お金が少ない場合は</a:t>
            </a:r>
            <a:r>
              <a:rPr lang="ja-JP" altLang="en-US" sz="40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落とさない</a:t>
            </a:r>
            <a:endParaRPr kumimoji="1" lang="en-US" altLang="ja-JP" sz="40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42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0DF6279-7612-0513-1C01-B4BB4655D38C}"/>
              </a:ext>
            </a:extLst>
          </p:cNvPr>
          <p:cNvSpPr/>
          <p:nvPr/>
        </p:nvSpPr>
        <p:spPr>
          <a:xfrm>
            <a:off x="6157038" y="2499362"/>
            <a:ext cx="6034961" cy="4145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1C1F2A-5376-9491-F38A-F2386657715B}"/>
              </a:ext>
            </a:extLst>
          </p:cNvPr>
          <p:cNvSpPr txBox="1"/>
          <p:nvPr/>
        </p:nvSpPr>
        <p:spPr>
          <a:xfrm>
            <a:off x="165100" y="57150"/>
            <a:ext cx="1120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アイテム説明</a:t>
            </a:r>
            <a:endParaRPr lang="en-US" altLang="ja-JP" sz="36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9ACE57-FE84-4CDA-951A-9859ED68FDB8}"/>
              </a:ext>
            </a:extLst>
          </p:cNvPr>
          <p:cNvSpPr txBox="1"/>
          <p:nvPr/>
        </p:nvSpPr>
        <p:spPr>
          <a:xfrm>
            <a:off x="7698543" y="2563279"/>
            <a:ext cx="3753087" cy="53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お金を</a:t>
            </a:r>
            <a:r>
              <a:rPr kumimoji="1" lang="ja-JP" altLang="en-US" sz="28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消費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するアイテム</a:t>
            </a:r>
          </a:p>
        </p:txBody>
      </p:sp>
      <p:pic>
        <p:nvPicPr>
          <p:cNvPr id="8" name="図 7" descr="暗い, フロント, 座る, 立つ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6B93B68-B128-30EA-4345-01768CF74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685" y="821520"/>
            <a:ext cx="752612" cy="1741759"/>
          </a:xfrm>
          <a:prstGeom prst="rect">
            <a:avLst/>
          </a:prstGeom>
        </p:spPr>
      </p:pic>
      <p:pic>
        <p:nvPicPr>
          <p:cNvPr id="12" name="図 11" descr="座る, ボックス, モニター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C12D63C-AF58-A354-1741-2AD8E03F3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090556"/>
            <a:ext cx="1209123" cy="1128065"/>
          </a:xfrm>
          <a:prstGeom prst="rect">
            <a:avLst/>
          </a:prstGeom>
        </p:spPr>
      </p:pic>
      <p:pic>
        <p:nvPicPr>
          <p:cNvPr id="14" name="図 13" descr="暗い部屋の中に入っ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BAA21B39-67F4-B321-07D0-36F3D6990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307" y="5120835"/>
            <a:ext cx="1652755" cy="1016257"/>
          </a:xfrm>
          <a:prstGeom prst="rect">
            <a:avLst/>
          </a:prstGeom>
        </p:spPr>
      </p:pic>
      <p:pic>
        <p:nvPicPr>
          <p:cNvPr id="16" name="図 15" descr="暗い, 座る, テーブル, 部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3707844-23F6-AD8E-BBBE-3ED4E7B906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921" y="2656387"/>
            <a:ext cx="1722141" cy="2120114"/>
          </a:xfrm>
          <a:prstGeom prst="rect">
            <a:avLst/>
          </a:prstGeom>
        </p:spPr>
      </p:pic>
      <p:pic>
        <p:nvPicPr>
          <p:cNvPr id="18" name="図 17" descr="探す, 暗い, フロント, 鳥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6197383-EB38-087A-7B21-0E62443867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3721"/>
            <a:ext cx="1908965" cy="1625104"/>
          </a:xfrm>
          <a:prstGeom prst="rect">
            <a:avLst/>
          </a:prstGeom>
        </p:spPr>
      </p:pic>
      <p:pic>
        <p:nvPicPr>
          <p:cNvPr id="22" name="図 21" descr="暗い, 飛ぶ, 大きい, 空気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A8CCBF4-86FE-4484-7F84-9B35F1362B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301" y="4192690"/>
            <a:ext cx="1771924" cy="2010048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C12B54F-0C77-6B46-4839-00D1F58DD58B}"/>
              </a:ext>
            </a:extLst>
          </p:cNvPr>
          <p:cNvSpPr txBox="1"/>
          <p:nvPr/>
        </p:nvSpPr>
        <p:spPr>
          <a:xfrm>
            <a:off x="1577245" y="1261974"/>
            <a:ext cx="4379418" cy="860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箱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：持ち上げて相手に</a:t>
            </a:r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投げつける</a:t>
            </a:r>
            <a:endParaRPr lang="en-US" altLang="ja-JP" sz="24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　 ことで攻撃ができる</a:t>
            </a:r>
            <a:endParaRPr kumimoji="1" lang="ja-JP" altLang="en-US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6802F80-4AD7-E244-2E2A-43EA7957AAAB}"/>
              </a:ext>
            </a:extLst>
          </p:cNvPr>
          <p:cNvSpPr txBox="1"/>
          <p:nvPr/>
        </p:nvSpPr>
        <p:spPr>
          <a:xfrm>
            <a:off x="1777621" y="3026118"/>
            <a:ext cx="4379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コイン：触れると</a:t>
            </a:r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お金が増える</a:t>
            </a:r>
            <a:endParaRPr lang="en-US" altLang="ja-JP" sz="2400" dirty="0">
              <a:solidFill>
                <a:srgbClr val="FF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20DC462-73C1-9E1C-1063-245068DEF25A}"/>
              </a:ext>
            </a:extLst>
          </p:cNvPr>
          <p:cNvSpPr txBox="1"/>
          <p:nvPr/>
        </p:nvSpPr>
        <p:spPr>
          <a:xfrm>
            <a:off x="1536978" y="5002116"/>
            <a:ext cx="4676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爆弾：時間がたつと</a:t>
            </a:r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爆発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する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       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箱と同じで持つことができる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2F2A853-B26B-3D64-6F20-5D915D8B966D}"/>
              </a:ext>
            </a:extLst>
          </p:cNvPr>
          <p:cNvSpPr txBox="1"/>
          <p:nvPr/>
        </p:nvSpPr>
        <p:spPr>
          <a:xfrm>
            <a:off x="7563719" y="1496960"/>
            <a:ext cx="4627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剣：拾うと剣で</a:t>
            </a:r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素早い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攻撃ができる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EB45B9D-D367-B690-4187-E985843DEC02}"/>
              </a:ext>
            </a:extLst>
          </p:cNvPr>
          <p:cNvSpPr txBox="1"/>
          <p:nvPr/>
        </p:nvSpPr>
        <p:spPr>
          <a:xfrm>
            <a:off x="7564797" y="3464846"/>
            <a:ext cx="4438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斧：コインを消費して拾うと斧で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    </a:t>
            </a:r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高いダメージ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の攻撃ができる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9C29DBA-30A9-E06A-44BA-D478DE404490}"/>
              </a:ext>
            </a:extLst>
          </p:cNvPr>
          <p:cNvSpPr txBox="1"/>
          <p:nvPr/>
        </p:nvSpPr>
        <p:spPr>
          <a:xfrm>
            <a:off x="7698543" y="5398130"/>
            <a:ext cx="4627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銃：コインを消費して拾うと銃で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lang="en-US" altLang="ja-JP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    </a:t>
            </a:r>
            <a:r>
              <a:rPr lang="ja-JP" altLang="en-US" sz="2400" dirty="0">
                <a:solidFill>
                  <a:srgbClr val="FF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遠距離攻撃</a:t>
            </a:r>
            <a:r>
              <a:rPr lang="ja-JP" altLang="en-US" sz="24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ができる</a:t>
            </a:r>
            <a:endParaRPr lang="en-US" altLang="ja-JP" sz="24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92250E5-26AD-DDE3-C0C1-A5FE1CE6A6E2}"/>
              </a:ext>
            </a:extLst>
          </p:cNvPr>
          <p:cNvSpPr txBox="1"/>
          <p:nvPr/>
        </p:nvSpPr>
        <p:spPr>
          <a:xfrm>
            <a:off x="6614851" y="4661786"/>
            <a:ext cx="1434891" cy="369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１コイン消費</a:t>
            </a:r>
            <a:endParaRPr lang="en-US" altLang="ja-JP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14B6F1E-B59D-A292-9416-55AF2B5613E0}"/>
              </a:ext>
            </a:extLst>
          </p:cNvPr>
          <p:cNvSpPr txBox="1"/>
          <p:nvPr/>
        </p:nvSpPr>
        <p:spPr>
          <a:xfrm>
            <a:off x="6579685" y="6067605"/>
            <a:ext cx="1434891" cy="369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</a:t>
            </a:r>
            <a:r>
              <a:rPr lang="ja-JP" altLang="en-US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コイン消費</a:t>
            </a:r>
            <a:endParaRPr lang="en-US" altLang="ja-JP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09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コンテンツ プレースホルダー 92" descr="探す, フロント, 顔, 閉じ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26E39F1-8B2D-7757-C389-B0627A919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661" y="4104272"/>
            <a:ext cx="2932443" cy="2932443"/>
          </a:xfr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CB70189-C9CE-D697-60C9-E341F92B91BF}"/>
              </a:ext>
            </a:extLst>
          </p:cNvPr>
          <p:cNvSpPr/>
          <p:nvPr/>
        </p:nvSpPr>
        <p:spPr>
          <a:xfrm>
            <a:off x="258921" y="3561386"/>
            <a:ext cx="2579914" cy="9505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テレビゲームの一場面&#10;&#10;AI 生成コンテンツは誤りを含む可能性があります。">
            <a:extLst>
              <a:ext uri="{FF2B5EF4-FFF2-40B4-BE49-F238E27FC236}">
                <a16:creationId xmlns:a16="http://schemas.microsoft.com/office/drawing/2014/main" id="{BBA9A376-AB82-ED9D-353F-338C5C487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827" y="1111376"/>
            <a:ext cx="5802345" cy="32553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1C1F2A-5376-9491-F38A-F2386657715B}"/>
              </a:ext>
            </a:extLst>
          </p:cNvPr>
          <p:cNvSpPr txBox="1"/>
          <p:nvPr/>
        </p:nvSpPr>
        <p:spPr>
          <a:xfrm>
            <a:off x="165100" y="57150"/>
            <a:ext cx="1120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ゲーム画面</a:t>
            </a:r>
            <a:r>
              <a:rPr lang="en-US" altLang="ja-JP" sz="36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&amp;</a:t>
            </a:r>
            <a:r>
              <a:rPr lang="ja-JP" altLang="en-US" sz="36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操作説明</a:t>
            </a:r>
            <a:endParaRPr lang="en-US" altLang="ja-JP" sz="36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48E6AD5-52ED-4816-92BE-EBBD1EE45D19}"/>
              </a:ext>
            </a:extLst>
          </p:cNvPr>
          <p:cNvSpPr/>
          <p:nvPr/>
        </p:nvSpPr>
        <p:spPr>
          <a:xfrm>
            <a:off x="852962" y="3381838"/>
            <a:ext cx="1501904" cy="407137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16DA88E-40FC-49B8-B740-E0B192179028}"/>
              </a:ext>
            </a:extLst>
          </p:cNvPr>
          <p:cNvSpPr txBox="1"/>
          <p:nvPr/>
        </p:nvSpPr>
        <p:spPr>
          <a:xfrm>
            <a:off x="978637" y="3388865"/>
            <a:ext cx="1610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プレイヤー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47C7C68-C62C-4EC4-A52A-DB3F5A7F4BD7}"/>
              </a:ext>
            </a:extLst>
          </p:cNvPr>
          <p:cNvSpPr/>
          <p:nvPr/>
        </p:nvSpPr>
        <p:spPr>
          <a:xfrm>
            <a:off x="286444" y="976066"/>
            <a:ext cx="2579914" cy="9505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0B2F2D4-E393-40AD-96D7-D4A68B162018}"/>
              </a:ext>
            </a:extLst>
          </p:cNvPr>
          <p:cNvSpPr/>
          <p:nvPr/>
        </p:nvSpPr>
        <p:spPr>
          <a:xfrm>
            <a:off x="754323" y="850988"/>
            <a:ext cx="1610877" cy="360305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体力ゲージ</a:t>
            </a:r>
            <a:endParaRPr kumimoji="1" lang="ja-JP" altLang="en-US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DAB62C0-2355-474E-9C47-B8E276EC60BF}"/>
              </a:ext>
            </a:extLst>
          </p:cNvPr>
          <p:cNvSpPr txBox="1"/>
          <p:nvPr/>
        </p:nvSpPr>
        <p:spPr>
          <a:xfrm>
            <a:off x="471192" y="1235959"/>
            <a:ext cx="236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体力がゼロになると復活する</a:t>
            </a:r>
            <a:endParaRPr kumimoji="1" lang="ja-JP" altLang="en-US" dirty="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1D9F515D-BD87-4119-A05F-68B0491B9A93}"/>
              </a:ext>
            </a:extLst>
          </p:cNvPr>
          <p:cNvSpPr/>
          <p:nvPr/>
        </p:nvSpPr>
        <p:spPr>
          <a:xfrm>
            <a:off x="298764" y="2221408"/>
            <a:ext cx="2576493" cy="10265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4953498-4D48-49B0-ABB8-CD11089B559B}"/>
              </a:ext>
            </a:extLst>
          </p:cNvPr>
          <p:cNvSpPr/>
          <p:nvPr/>
        </p:nvSpPr>
        <p:spPr>
          <a:xfrm>
            <a:off x="754324" y="2059258"/>
            <a:ext cx="1610877" cy="364014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制限時間</a:t>
            </a:r>
            <a:endParaRPr kumimoji="1" lang="ja-JP" altLang="en-US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3ACEC347-36AD-4597-9E02-1F4AADF8BD3A}"/>
              </a:ext>
            </a:extLst>
          </p:cNvPr>
          <p:cNvSpPr txBox="1"/>
          <p:nvPr/>
        </p:nvSpPr>
        <p:spPr>
          <a:xfrm>
            <a:off x="396518" y="2472604"/>
            <a:ext cx="251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時間がゼロになるとゲーム終了</a:t>
            </a:r>
            <a:endParaRPr kumimoji="1" lang="ja-JP" altLang="en-US" dirty="0"/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C86D7D00-F6D8-4088-9F2E-BA8AC6A72DED}"/>
              </a:ext>
            </a:extLst>
          </p:cNvPr>
          <p:cNvSpPr txBox="1"/>
          <p:nvPr/>
        </p:nvSpPr>
        <p:spPr>
          <a:xfrm>
            <a:off x="3367654" y="5166012"/>
            <a:ext cx="64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移動</a:t>
            </a:r>
          </a:p>
        </p:txBody>
      </p:sp>
      <p:cxnSp>
        <p:nvCxnSpPr>
          <p:cNvPr id="139" name="直線矢印コネクタ 138">
            <a:extLst>
              <a:ext uri="{FF2B5EF4-FFF2-40B4-BE49-F238E27FC236}">
                <a16:creationId xmlns:a16="http://schemas.microsoft.com/office/drawing/2014/main" id="{4F63AB60-E273-4BFC-8D58-E5BFE21F1976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4015459" y="5350678"/>
            <a:ext cx="1275946" cy="340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41DEEA88-525E-46EA-8FC5-2D2E77B12AA9}"/>
              </a:ext>
            </a:extLst>
          </p:cNvPr>
          <p:cNvSpPr txBox="1"/>
          <p:nvPr/>
        </p:nvSpPr>
        <p:spPr>
          <a:xfrm>
            <a:off x="7244104" y="4431325"/>
            <a:ext cx="2007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攻撃</a:t>
            </a:r>
            <a:r>
              <a:rPr lang="en-US" altLang="ja-JP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(3</a:t>
            </a:r>
            <a:r>
              <a:rPr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段</a:t>
            </a:r>
            <a:r>
              <a:rPr lang="en-US" altLang="ja-JP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)</a:t>
            </a:r>
            <a:endParaRPr kumimoji="1" lang="ja-JP" altLang="en-US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F211AA88-90D5-4D3E-8248-528793DF721E}"/>
              </a:ext>
            </a:extLst>
          </p:cNvPr>
          <p:cNvSpPr txBox="1"/>
          <p:nvPr/>
        </p:nvSpPr>
        <p:spPr>
          <a:xfrm>
            <a:off x="7588332" y="4966586"/>
            <a:ext cx="286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アイテム持ち上げる</a:t>
            </a:r>
            <a:r>
              <a:rPr kumimoji="1" lang="en-US" altLang="ja-JP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/</a:t>
            </a:r>
            <a:r>
              <a:rPr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拾う</a:t>
            </a:r>
            <a:endParaRPr kumimoji="1" lang="ja-JP" altLang="en-US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cxnSp>
        <p:nvCxnSpPr>
          <p:cNvPr id="153" name="直線矢印コネクタ 152">
            <a:extLst>
              <a:ext uri="{FF2B5EF4-FFF2-40B4-BE49-F238E27FC236}">
                <a16:creationId xmlns:a16="http://schemas.microsoft.com/office/drawing/2014/main" id="{93522506-0C2F-408B-884E-D956E107350D}"/>
              </a:ext>
            </a:extLst>
          </p:cNvPr>
          <p:cNvCxnSpPr>
            <a:cxnSpLocks/>
          </p:cNvCxnSpPr>
          <p:nvPr/>
        </p:nvCxnSpPr>
        <p:spPr>
          <a:xfrm flipH="1" flipV="1">
            <a:off x="6769316" y="5116765"/>
            <a:ext cx="521621" cy="32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A8002132-B75E-48F9-814C-2C57C0816D94}"/>
              </a:ext>
            </a:extLst>
          </p:cNvPr>
          <p:cNvSpPr txBox="1"/>
          <p:nvPr/>
        </p:nvSpPr>
        <p:spPr>
          <a:xfrm>
            <a:off x="7411945" y="5681189"/>
            <a:ext cx="160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ジャンプ</a:t>
            </a:r>
          </a:p>
        </p:txBody>
      </p: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1DD0D45C-5794-4384-895B-8DEBEC1F2FAD}"/>
              </a:ext>
            </a:extLst>
          </p:cNvPr>
          <p:cNvCxnSpPr>
            <a:cxnSpLocks/>
            <a:stCxn id="154" idx="1"/>
          </p:cNvCxnSpPr>
          <p:nvPr/>
        </p:nvCxnSpPr>
        <p:spPr>
          <a:xfrm flipH="1" flipV="1">
            <a:off x="6609806" y="5335918"/>
            <a:ext cx="802139" cy="52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58BD8C82-F04B-4D3B-9DDE-733B1CE48A55}"/>
              </a:ext>
            </a:extLst>
          </p:cNvPr>
          <p:cNvCxnSpPr>
            <a:cxnSpLocks/>
            <a:stCxn id="144" idx="1"/>
          </p:cNvCxnSpPr>
          <p:nvPr/>
        </p:nvCxnSpPr>
        <p:spPr>
          <a:xfrm flipH="1">
            <a:off x="6455104" y="4615991"/>
            <a:ext cx="789000" cy="487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96CFE6B-7856-2FA2-31AA-64AC2F3A113A}"/>
              </a:ext>
            </a:extLst>
          </p:cNvPr>
          <p:cNvCxnSpPr>
            <a:cxnSpLocks/>
          </p:cNvCxnSpPr>
          <p:nvPr/>
        </p:nvCxnSpPr>
        <p:spPr>
          <a:xfrm flipV="1">
            <a:off x="2921286" y="1590128"/>
            <a:ext cx="409531" cy="69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631332-29D8-4073-63B8-2F038383296D}"/>
              </a:ext>
            </a:extLst>
          </p:cNvPr>
          <p:cNvSpPr txBox="1"/>
          <p:nvPr/>
        </p:nvSpPr>
        <p:spPr>
          <a:xfrm>
            <a:off x="456516" y="3822457"/>
            <a:ext cx="2367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人数が足りない場合は</a:t>
            </a:r>
            <a:r>
              <a:rPr kumimoji="1" lang="en-US" altLang="ja-JP" dirty="0"/>
              <a:t>CPU</a:t>
            </a:r>
            <a:r>
              <a:rPr kumimoji="1" lang="ja-JP" altLang="en-US" dirty="0"/>
              <a:t>が自動で入る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A30E54D-149D-B485-1BB9-2DF1B878041F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838835" y="2496311"/>
            <a:ext cx="2200873" cy="1540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5D85ADA-4A4C-9837-A1A6-8B1242649985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2838835" y="1326473"/>
            <a:ext cx="1183649" cy="23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D27973F-3AE5-EAD4-1B52-D63604C6D6CB}"/>
              </a:ext>
            </a:extLst>
          </p:cNvPr>
          <p:cNvCxnSpPr>
            <a:cxnSpLocks/>
            <a:stCxn id="63" idx="3"/>
          </p:cNvCxnSpPr>
          <p:nvPr/>
        </p:nvCxnSpPr>
        <p:spPr>
          <a:xfrm flipV="1">
            <a:off x="2913507" y="1769181"/>
            <a:ext cx="2956070" cy="1026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D43A913-1EB7-8CE9-3CBE-1D2AD9DC9A7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824159" y="3370131"/>
            <a:ext cx="3521315" cy="775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9D9419F-21E9-A0F4-827D-E4983C1B89AA}"/>
              </a:ext>
            </a:extLst>
          </p:cNvPr>
          <p:cNvSpPr/>
          <p:nvPr/>
        </p:nvSpPr>
        <p:spPr>
          <a:xfrm>
            <a:off x="9270713" y="1195372"/>
            <a:ext cx="2863153" cy="91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D9C8072-EB72-782C-812E-8298E1AC8E5E}"/>
              </a:ext>
            </a:extLst>
          </p:cNvPr>
          <p:cNvSpPr/>
          <p:nvPr/>
        </p:nvSpPr>
        <p:spPr>
          <a:xfrm>
            <a:off x="9723341" y="995411"/>
            <a:ext cx="1631063" cy="414734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所持金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51EBD1C-B550-8816-5F1D-EB5FD0911DA0}"/>
              </a:ext>
            </a:extLst>
          </p:cNvPr>
          <p:cNvSpPr txBox="1"/>
          <p:nvPr/>
        </p:nvSpPr>
        <p:spPr>
          <a:xfrm>
            <a:off x="9398361" y="1422587"/>
            <a:ext cx="2673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プレイヤーの頭上に</a:t>
            </a:r>
            <a:endParaRPr kumimoji="1" lang="en-US" altLang="ja-JP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r>
              <a:rPr kumimoji="1"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表示される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1ACAD655-A31F-8CB5-F1F9-78BD321BF900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7419703" y="1651982"/>
            <a:ext cx="1851010" cy="499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D8E3D0B-52EC-BA91-67BC-AC3DBC6E9397}"/>
              </a:ext>
            </a:extLst>
          </p:cNvPr>
          <p:cNvSpPr/>
          <p:nvPr/>
        </p:nvSpPr>
        <p:spPr>
          <a:xfrm>
            <a:off x="9635277" y="2202235"/>
            <a:ext cx="1995284" cy="505944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アイテム</a:t>
            </a:r>
            <a:endParaRPr kumimoji="1" lang="ja-JP" altLang="en-US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82B9962E-AF72-EA15-3B23-717BA71A1DAD}"/>
              </a:ext>
            </a:extLst>
          </p:cNvPr>
          <p:cNvCxnSpPr/>
          <p:nvPr/>
        </p:nvCxnSpPr>
        <p:spPr>
          <a:xfrm flipH="1">
            <a:off x="7244307" y="1659488"/>
            <a:ext cx="2084540" cy="691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D8B47DF5-061F-6109-148A-FC1CB6863EB1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8260046" y="2455207"/>
            <a:ext cx="1375231" cy="888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0DFF505-0801-862B-E315-49C4531542C2}"/>
              </a:ext>
            </a:extLst>
          </p:cNvPr>
          <p:cNvSpPr/>
          <p:nvPr/>
        </p:nvSpPr>
        <p:spPr>
          <a:xfrm>
            <a:off x="9316742" y="3161856"/>
            <a:ext cx="2863153" cy="91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EB02611-25C8-7AB8-DC75-B868C531D75F}"/>
              </a:ext>
            </a:extLst>
          </p:cNvPr>
          <p:cNvSpPr/>
          <p:nvPr/>
        </p:nvSpPr>
        <p:spPr>
          <a:xfrm>
            <a:off x="9769370" y="2961895"/>
            <a:ext cx="1631063" cy="414734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消費金額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7F9DC9E-1812-2EF8-64EC-54A8FD3B5B02}"/>
              </a:ext>
            </a:extLst>
          </p:cNvPr>
          <p:cNvSpPr txBox="1"/>
          <p:nvPr/>
        </p:nvSpPr>
        <p:spPr>
          <a:xfrm>
            <a:off x="9444390" y="3389071"/>
            <a:ext cx="274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お金を消費するアイテムの頭上に表示される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D6561920-D57F-700C-4B9E-E4B673909F57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8360229" y="2899426"/>
            <a:ext cx="956513" cy="719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306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4295</TotalTime>
  <Words>256</Words>
  <Application>Microsoft Office PowerPoint</Application>
  <PresentationFormat>ワイド画面</PresentationFormat>
  <Paragraphs>47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BIZ UDPゴシック</vt:lpstr>
      <vt:lpstr>BIZ UD明朝 Medium</vt:lpstr>
      <vt:lpstr>HGP創英角ｺﾞｼｯｸUB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3Dアクションゲーム</dc:title>
  <dc:creator>野田 航輝</dc:creator>
  <cp:lastModifiedBy>野田 航輝</cp:lastModifiedBy>
  <cp:revision>212</cp:revision>
  <dcterms:created xsi:type="dcterms:W3CDTF">2025-06-12T06:36:14Z</dcterms:created>
  <dcterms:modified xsi:type="dcterms:W3CDTF">2026-02-11T10:50:50Z</dcterms:modified>
</cp:coreProperties>
</file>